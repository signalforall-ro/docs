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Comunicații care merg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acolo unde semnalul nu mai merge.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2027 — propunere de colaborare cu [Numele Partenerului]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[Nume prezentator] · Asociația [denumire]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concretă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care o întâlnesc echipele de teren în zone fără acoperire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41148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6576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Fără semnal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zone montane, păduri dense, văi adânci, comune izolate — telefonul mobil nu are acoperire sau e instabil.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657600" cy="41148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920240"/>
            <a:ext cx="36576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Coordonare grea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657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Echipele se împrăștie în teren și pierd contactul. Mesajele simple — "sunt la X", "plec către Y" — nu mai pot fi transmise.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657600" cy="41148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0" y="1920240"/>
            <a:ext cx="36576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2402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 profesional = greu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595360" y="3657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TETRA, ZELLO sau radio-uri profesionale costă mult, au licențe complicate, nu sunt mereu disponibile.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 suntem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Asociația [denumire] · proiectul Signal For All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Despre noi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românesc, înființat în [an], focus pe accesibilitate și tehnologie civică.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Dezvoltăm un sistem de comunicații descentralizate construit întâi pentru utilizatori cu deficiențe vizuale — ceea ce înseamnă că funcționează hands-free, prin voce, fără atingerea ecranului.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Finanțare 2026: programul european NGI (Next Generation Internet), pentru construirea infrastructurii.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Despre Signal For All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Radiouri mesh LoRa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Funcționează la 5–10 km în linie de vedere, fără telefonie mobilă.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703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Android prin voce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04088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Vorbești → mesajul se trimite. Primești → ți se citește cu voce tare.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892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Accessibility-native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04088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din start pentru utilizare hands-free. Funcționează cu mâini ocupate, în zgomot, în mișcare.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 funcționează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vocea ta la urechile colegului — fără internet, fără operator, fără ecran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691640" cy="23774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560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Vorbești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casca / boxa ta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246120"/>
            <a:ext cx="146304" cy="1463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23160" y="2286000"/>
            <a:ext cx="1691640" cy="23774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256032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2316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Telefonul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51460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transformă vocea în text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246120"/>
            <a:ext cx="146304" cy="14630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297680" y="2286000"/>
            <a:ext cx="1691640" cy="23774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2560320"/>
            <a:ext cx="6400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9768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mesh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38912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 textul prin LoRa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3246120"/>
            <a:ext cx="146304" cy="14630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172200" y="2286000"/>
            <a:ext cx="1691640" cy="23774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0" y="2560320"/>
            <a:ext cx="640080" cy="6400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7220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coleg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626364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primește textul</a:t>
            </a:r>
            <a:endParaRPr lang="en-US" sz="11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2128" y="3246120"/>
            <a:ext cx="146304" cy="14630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8046720" y="2286000"/>
            <a:ext cx="1691640" cy="23774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0" y="2560320"/>
            <a:ext cx="640080" cy="6400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04672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Telefonul lui</a:t>
            </a:r>
            <a:endParaRPr lang="en-US" sz="1400" dirty="0"/>
          </a:p>
        </p:txBody>
      </p:sp>
      <p:sp>
        <p:nvSpPr>
          <p:cNvPr id="27" name="Text 16"/>
          <p:cNvSpPr/>
          <p:nvPr/>
        </p:nvSpPr>
        <p:spPr>
          <a:xfrm>
            <a:off x="813816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transformă textul în voce</a:t>
            </a:r>
            <a:endParaRPr lang="en-US" sz="11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6648" y="3246120"/>
            <a:ext cx="146304" cy="146304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9921240" y="2286000"/>
            <a:ext cx="1691640" cy="237744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7020" y="2560320"/>
            <a:ext cx="640080" cy="6400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92124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Aude</a:t>
            </a:r>
            <a:endParaRPr lang="en-US" sz="1400" dirty="0"/>
          </a:p>
        </p:txBody>
      </p:sp>
      <p:sp>
        <p:nvSpPr>
          <p:cNvPr id="32" name="Text 19"/>
          <p:cNvSpPr/>
          <p:nvPr/>
        </p:nvSpPr>
        <p:spPr>
          <a:xfrm>
            <a:off x="10012680" y="37947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casca lui</a:t>
            </a:r>
            <a:endParaRPr lang="en-US" sz="1100" dirty="0"/>
          </a:p>
        </p:txBody>
      </p:sp>
      <p:sp>
        <p:nvSpPr>
          <p:cNvPr id="33" name="Shape 20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21"/>
          <p:cNvSpPr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Esențial: NU ai nevoie de internet, NU ai nevoie de telefonie mobilă, NU ai nevoie de licență radio.</a:t>
            </a:r>
            <a:endParaRPr lang="en-US" sz="1800" dirty="0"/>
          </a:p>
        </p:txBody>
      </p:sp>
      <p:sp>
        <p:nvSpPr>
          <p:cNvPr id="35" name="Text 2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telefoane Android, două radio-uri mesh — și ai comunicare în zone unde semnalul nu există.</a:t>
            </a:r>
            <a:endParaRPr lang="en-US" sz="1400" dirty="0"/>
          </a:p>
        </p:txBody>
      </p:sp>
      <p:sp>
        <p:nvSpPr>
          <p:cNvPr id="36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37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ce v-am ales pe voi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[Numele Partenerului] se potrivește profilului ideal de partener pentru pilot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2011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Activitate de teren reală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6060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Operați frecvent în zone unde acoperirea celulară lipsește sau e nesigură. Aveți nevoia care ne-a făcut să construim sistemul.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828800"/>
            <a:ext cx="73152" cy="2011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Echipă ușor mobilizabilă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23760" y="26060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Aveți o echipă coerentă, cu voluntari sau angajați motivați, care pot testa serios un instrument nou.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4023360"/>
            <a:ext cx="73152" cy="2011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434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Cultură deschisă tehnologiei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54480" y="4800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Sunteți organizație care a mai testat instrumente noi, are obișnuința de a învăța rapid și de a oferi feedback sincer.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0" y="4023360"/>
            <a:ext cx="73152" cy="2011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434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Misiune compatibilă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23760" y="4800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Activitatea voastră e despre oameni reali, în locuri reale. Asta se potrivește valorilor proiectului — tehnologie civică, nu marketing.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NU este Signal For All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 să fim foarte clari de la început. Asta vă protejează pe voi și pe noi.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solidFill>
            <a:srgbClr val="FAEAE8"/>
          </a:solidFill>
          <a:ln w="25400">
            <a:solidFill>
              <a:srgbClr val="B8504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NU este un sistem de urgență. Nu înlocuiește 112, TETRA, sau radioul vostru profesional.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108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este sistem de comunicații de urgență (112, intervenții de salvare).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703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înlocuiește sistemele oficiale ale organizației voastre (TETRA, STS, etc.).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este pentru informații clasificate sau date sensibile.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garantăm disponibilitate 100% sau timp de răspuns minim.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vă spunem asta direct: poziționarea clară vă protejează juridic, reputațional și operațional.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ESTE Signal For All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instrument complementar, util în scenarii foarte concrete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solidFill>
            <a:srgbClr val="E8F0E0"/>
          </a:solidFill>
          <a:ln w="254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instrument auxiliar de coordonare internă pentru echipele voastre, util când rețelele convenționale lipsesc.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108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Coordonare logistică între echipe în patrulă: "Sunt la punctul X", "plec către Y".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703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în exerciții și antrenamente comune.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Coordonare la evenimente outdoor / public events organizate de voi.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când telefonia mobilă este suprasolicitată sau temporar nedisponibilă.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scurt: e ca un walkie-talkie modern, cu raza de un radio profesional, dar fără birocrație și fără cost.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primiți voi din pilot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Totul gratuit. Fără achiziție publică, fără proceduri lungi.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noduri radio mesh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Meshtastic-compatibil, configurat și pregătit.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920240"/>
            <a:ext cx="365760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402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Android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3440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Gratuită, open-source, instalată pe telefoanele echipei.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38160" y="1920240"/>
            <a:ext cx="365760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402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Instruire 4 ore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458200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sediul vostru, pentru toată echipa, plus champion intern.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365760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3484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tehnic 24h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6868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la probleme în maximum 48h pe toată durata pilotului.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43400" y="4114800"/>
            <a:ext cx="365760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43484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6344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Update-uri continue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66344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se îmbunătățește din feedback-ul vostru direct.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38160" y="4114800"/>
            <a:ext cx="365760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43484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5820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rămâne la voi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45820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final, dacă pilotul a mers bine, echipamentul rămâne în patrimoniul organizației.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vă cerem în schimb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Puține lucruri, dar onestitate brutală pe ele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Cerințele noastre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423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punct de contact intern (champion) care să coordoneze pilotul.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Folosirea sistemului în activitatea reală, nu doar test.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3703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structurat trimestrial — chestionar + interviu scurt.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8912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Acceptul de a documenta public lecțiile învățate, anonimizat.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2920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Onestitate când ceva nu funcționează. Nu vrem laude, vrem adevărul.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6400800" y="1828800"/>
            <a:ext cx="5212080" cy="4572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NU vă cerem</a:t>
            </a:r>
            <a:endParaRPr lang="en-US" sz="2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65176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086600" y="2606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 ban — gratuit total.</a:t>
            </a:r>
            <a:endParaRPr lang="en-US" sz="14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3291840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08660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Nicio achiziție publică, nicio licitație.</a:t>
            </a:r>
            <a:endParaRPr lang="en-US" sz="14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931920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086600" y="3886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 angajament pe termen lung — denunțabil oricând cu 30 zile preaviz.</a:t>
            </a:r>
            <a:endParaRPr lang="en-US" sz="14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4572000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086600" y="4526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Nicio expunere publică nedorită — controlați ce se publică despre voi.</a:t>
            </a:r>
            <a:endParaRPr lang="en-US" sz="14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5212080"/>
            <a:ext cx="274320" cy="27432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086600" y="51663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Nicio modificare a sistemelor voastre existente.</a:t>
            </a:r>
            <a:endParaRPr lang="en-US" sz="1400" dirty="0"/>
          </a:p>
        </p:txBody>
      </p:sp>
      <p:sp>
        <p:nvSpPr>
          <p:cNvPr id="2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Calendarul colaborării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prima discuție până la încheierea pilotului — 12 luni totale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103327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25880" y="3035808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Astăzi → 4 săpt.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Această discuție. Apoi vizită la sediul vostru. Răspundem la toate întrebările.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3035808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în teren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36576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Aducem hardware-ul, vă arătăm sistemul în acțiune. Voi decideți dacă mergem mai departe.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3035808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Acord &amp; onboarding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Semnați acordul. Livrăm 15 noduri. Instruim echipa. 4 ore + materiale.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3035808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Lunile 4–10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operațional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36576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Folosiți sistemul real. Suport activ. Vizite lunare. Feedback trimestrial.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3035808"/>
            <a:ext cx="329184" cy="32918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Lunile 11–12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Evaluare &amp; viitor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46920" y="36576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comun. Decizie despre continuare, transfer hardware, publicare lecții.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Întrebări pe care vi le imaginați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Răspunsuri directe la îngrijorări legitime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facem dacă sistemul nu merge când avem nevoie?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Continuați să folosiți sistemele voastre obișnuite. Signal For All e suplimentar, nu primar. Dacă apare o problemă, suportul nostru e disponibil în 48h.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e răspunzător dacă cineva se rănește?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92240" y="2606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Răspunderea voastră operațională rămâne neschimbată. Acordul de pilot exclude expres răspunderea noastră pentru decizii operaționale. Sistemul e instrument, nu decident.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06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noastre sunt în siguranță? GDPR?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296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Mesajele sunt criptate end-to-end între nodurile voastre. Nu trec prin serverele noastre. Speech-to-text rulează preferabil pe telefon, nu în cloud. DPA semnat odată cu acordul.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4023360"/>
            <a:ext cx="5394960" cy="201168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2062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 întâmplă dacă vrem să ieșim din pilot?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9224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Trimiteți un email cu 30 zile înainte. Returnăm hardware-ul (sau îl preluăm noi). Fără penalități, fără explicații cerute, fără consecințe.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Pasul următor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mai simplu decât pare.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46304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întâlnire scurtă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minute la sediul vostru. Răspundem la întrebări.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38404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30352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demo în teren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0352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 arătăm sistemul în acțiune. Voi decideți dacă merită mai departe.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21040" y="38404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1440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 pilot 12 luni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400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dacă demo-ul vă convinge. Niciun angajament până atunci.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394960"/>
            <a:ext cx="1106424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Contactați-ne — ne așteptăm la întrebările voastre.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[Nume prezentator]  ·  [email]  ·  [telefon]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[website / pagina proiectului]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ANEXĂ TEHNICĂ — opțional, pentru parteneri sofisticați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ce Meshtastic și nu altceva?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Spațiul soluțiilor de comunicații descentralizate este în creștere. Iată cum am 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168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31089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Puncte forte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828800"/>
            <a:ext cx="31089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Limitări pentru noi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8346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2027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11064240" cy="594360"/>
          </a:xfrm>
          <a:prstGeom prst="rect">
            <a:avLst/>
          </a:prstGeom>
          <a:solidFill>
            <a:srgbClr val="F5F1E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Meshtastic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ieftin (~25€/nod), comunitate vastă, app matură pe Android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Limitare la ~80 noduri/mesh, scalabilitate constrânsă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ALEGEM — sweet-spot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universală (LoRa+WiFi+TCP), criptare nativă, design tehnic superior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Curbă de învățare abruptă, UX limitat, comunitate mai mică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Monitorizăm — viitor potențial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11064240" cy="594360"/>
          </a:xfrm>
          <a:prstGeom prst="rect">
            <a:avLst/>
          </a:prstGeom>
          <a:solidFill>
            <a:srgbClr val="F5F1E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goTenna Pro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Criptare AES-256, management centralizat, suport enterprise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520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500–800€/dispozitiv, proprietar, vendor lock-in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0" y="3474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— alt segment de piață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69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APRS / Winlink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EMCOMM internațional, folosit de FEMA, Crucea Roșie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Necesită licență radioamator, interfață retro, exclude utilizatori non-tehnici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0" y="4069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— exclude utilizatori vizați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663440"/>
            <a:ext cx="11064240" cy="594360"/>
          </a:xfrm>
          <a:prstGeom prst="rect">
            <a:avLst/>
          </a:prstGeom>
          <a:solidFill>
            <a:srgbClr val="F5F1E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663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51760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maximă, ideal pentru activism, criptare robustă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Bluetooth/WiFi range zeci de metri, doar Android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9680" y="4663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— context diferit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E8F0E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486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tehnologic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5760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tratează Meshtastic ca strat de transport, nu ca dependență. Diferențierea reală — accessibility-native UX, STT/TTS hands-free — rămâne valoare independentă. În Faza III putem porta către Reticulum dacă maturizează UX.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 All  ·  Pitch parteneri Tier 1  ·  2027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For All — Pitch Tier 1</dc:title>
  <dc:subject>PptxGenJS Presentation</dc:subject>
  <dc:creator>Signal For All</dc:creator>
  <cp:lastModifiedBy>Signal For All</cp:lastModifiedBy>
  <cp:revision>1</cp:revision>
  <dcterms:created xsi:type="dcterms:W3CDTF">2026-04-25T08:58:08Z</dcterms:created>
  <dcterms:modified xsi:type="dcterms:W3CDTF">2026-04-25T08:58:08Z</dcterms:modified>
</cp:coreProperties>
</file>